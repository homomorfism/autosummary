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Int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11" Type="http://schemas.openxmlformats.org/officeDocument/2006/relationships/slide" Target="slides/slide6.xml"/><Relationship Id="rId22" Type="http://schemas.openxmlformats.org/officeDocument/2006/relationships/font" Target="fonts/Inter-italic.fntdata"/><Relationship Id="rId10" Type="http://schemas.openxmlformats.org/officeDocument/2006/relationships/slide" Target="slides/slide5.xml"/><Relationship Id="rId21" Type="http://schemas.openxmlformats.org/officeDocument/2006/relationships/font" Target="fonts/Int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60207ab6e_0_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2560207ab6e_0_2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2560207ab6e_0_2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49cb922a79_1_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249cb922a79_1_1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249cb922a79_1_1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49cb922a79_1_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249cb922a79_1_2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249cb922a79_1_2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49cb922a79_1_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249cb922a79_1_2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249cb922a79_1_2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49cb922a79_1_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249cb922a79_1_5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249cb922a79_1_5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49cb922a79_1_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249cb922a79_1_5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249cb922a79_1_5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49cb922a79_1_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249cb922a79_1_6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249cb922a79_1_6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9cb922a79_1_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49cb922a79_1_8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249cb922a79_1_8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49cb922a79_1_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249cb922a79_1_9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249cb922a79_1_9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49cb922a79_1_1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249cb922a79_1_11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249cb922a79_1_11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49cb922a79_1_1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249cb922a79_1_12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249cb922a79_1_12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49cb922a79_1_1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249cb922a79_1_13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249cb922a79_1_13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49cb922a79_1_1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249cb922a79_1_14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249cb922a79_1_14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49cb922a79_1_1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249cb922a79_1_16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249cb922a79_1_16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Титульный слайд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476250" y="939501"/>
            <a:ext cx="3708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Название презентации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 2-3 строки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76250" y="2848000"/>
            <a:ext cx="322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Подзаголовок / имя и должность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https://pitch-assets-ccb95893-de3f-4266-973c-20049231b248.s3.eu-west-1.amazonaws.com/a5c40d53-4e0d-4f44-9ae8-c5e406dccd80?pitch-bytes=2984&amp;pitch-content-type=image%2Fsvg%2Bxml" id="63" name="Google Shape;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2435" y="4530300"/>
            <a:ext cx="1674809" cy="1377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eec22bbc-fe01-4bc0-8ced-99f7d0962966?pitch-bytes=4899&amp;pitch-content-type=image%2Fsvg%2Bxml" id="64" name="Google Shape;6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02" y="4476758"/>
            <a:ext cx="707491" cy="19137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/>
          <p:nvPr/>
        </p:nvSpPr>
        <p:spPr>
          <a:xfrm>
            <a:off x="4793081" y="0"/>
            <a:ext cx="4350900" cy="5143500"/>
          </a:xfrm>
          <a:prstGeom prst="roundRect">
            <a:avLst>
              <a:gd fmla="val -21016" name="adj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anchorCtr="0" anchor="ctr" bIns="607200" lIns="241700" spcFirstLastPara="1" rIns="241700" wrap="square" tIns="6072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фото​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pitch-assets-ccb95893-de3f-4266-973c-20049231b248.s3.eu-west-1.amazonaws.com/8f06859a-b3cb-4dbb-9e27-831f67119132?pitch-bytes=1897788&amp;pitch-content-type=image%2Fjpeg" id="66" name="Google Shape;66;p15"/>
          <p:cNvPicPr preferRelativeResize="0"/>
          <p:nvPr/>
        </p:nvPicPr>
        <p:blipFill rotWithShape="1">
          <a:blip r:embed="rId5">
            <a:alphaModFix/>
          </a:blip>
          <a:srcRect b="-130" l="4789" r="39656" t="-140"/>
          <a:stretch/>
        </p:blipFill>
        <p:spPr>
          <a:xfrm>
            <a:off x="4793688" y="2066"/>
            <a:ext cx="4272972" cy="5141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476250" y="2258372"/>
            <a:ext cx="6739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Название презентации</a:t>
            </a:r>
            <a:endParaRPr i="0" sz="3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в 2-3 строки</a:t>
            </a:r>
            <a:endParaRPr i="0" sz="3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76250" y="3569481"/>
            <a:ext cx="245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Подзаголовок / имя и должность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pitch-assets-ccb95893-de3f-4266-973c-20049231b248.s3.eu-west-1.amazonaws.com/0e85026a-008d-4f73-b555-d556e9b7acd4?pitch-bytes=4898&amp;pitch-content-type=image%2Fsvg%2Bxml" id="75" name="Google Shape;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574" y="4476231"/>
            <a:ext cx="707491" cy="191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efa381c9-5c10-4380-abee-d4f3f03ddc9d?pitch-bytes=3032&amp;pitch-content-type=image%2Fsvg%2Bxml" id="76" name="Google Shape;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007" y="4534270"/>
            <a:ext cx="1673573" cy="13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ee435741-b793-4d75-9229-7b0241f18834?pitch-bytes=2140702&amp;pitch-content-type=image%2Fpng" id="83" name="Google Shape;83;p17"/>
          <p:cNvPicPr preferRelativeResize="0"/>
          <p:nvPr/>
        </p:nvPicPr>
        <p:blipFill rotWithShape="1">
          <a:blip r:embed="rId3">
            <a:alphaModFix/>
          </a:blip>
          <a:srcRect b="0" l="8126" r="156" t="4123"/>
          <a:stretch/>
        </p:blipFill>
        <p:spPr>
          <a:xfrm>
            <a:off x="0" y="18"/>
            <a:ext cx="9144003" cy="51434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2600700" y="477516"/>
            <a:ext cx="39480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3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Название презентации</a:t>
            </a:r>
            <a:endParaRPr i="0" sz="318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9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3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в 2-3 строки</a:t>
            </a:r>
            <a:endParaRPr i="0" sz="318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https://pitch-assets-ccb95893-de3f-4266-973c-20049231b248.s3.eu-west-1.amazonaws.com/3d62397f-9a66-4ec6-bd83-c89452b3ed16?pitch-bytes=4898&amp;pitch-content-type=image%2Fsvg%2Bxml" id="85" name="Google Shape;8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2096" y="2339335"/>
            <a:ext cx="524023" cy="141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10baacbc-ff1b-40ea-97d3-9246ddadd813?pitch-bytes=3032&amp;pitch-content-type=image%2Fsvg%2Bxml" id="86" name="Google Shape;8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7811" y="2375790"/>
            <a:ext cx="1281007" cy="105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60175" y="2277050"/>
            <a:ext cx="963548" cy="2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>
            <a:off x="476208" y="1581699"/>
            <a:ext cx="387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Крупнейшая онлайн-магистратура по подготовке Middle ML-инженеров и AI-специалистов в рабочем процессе и культуре ИТ-компаний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4793081" y="1581506"/>
            <a:ext cx="3869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Сообщество экспертов и менторов из индустрии, нацеленных на развитие талантов, с опытом проведения крупных онлайн-курсов по DS/ML​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473656" y="2387964"/>
            <a:ext cx="387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Подготовка на реальных задачах бизнеса в проектном треке с первого дня обучения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476250" y="4475558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талантливых менти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2634524" y="4475558"/>
            <a:ext cx="1715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менторов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4793914" y="4475558"/>
            <a:ext cx="1716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компаний-партнеров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6954421" y="4475764"/>
            <a:ext cx="171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реальных проектов​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476250" y="3963192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109</a:t>
            </a:r>
            <a:endParaRPr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2634666" y="3963367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endParaRPr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4793081" y="3963475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6951497" y="3963583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8173388" y="416837"/>
            <a:ext cx="49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ru" sz="1700"/>
              <a:t>4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Название слайда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333375" y="1579487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333375" y="2388285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4650015" y="1578879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/>
          <p:nvPr/>
        </p:nvSpPr>
        <p:spPr>
          <a:xfrm>
            <a:off x="476250" y="2383023"/>
            <a:ext cx="66891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01.</a:t>
            </a:r>
            <a:endParaRPr i="0" sz="4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3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Большие презентации здорово делить на разделы</a:t>
            </a:r>
            <a:endParaRPr i="0" sz="3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8173388" y="416837"/>
            <a:ext cx="49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ru" sz="1700">
                <a:solidFill>
                  <a:srgbClr val="FFFFFF"/>
                </a:solidFill>
              </a:rPr>
              <a:t>4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380593" y="4326797"/>
            <a:ext cx="1569300" cy="344400"/>
          </a:xfrm>
          <a:prstGeom prst="roundRect">
            <a:avLst>
              <a:gd fmla="val -265404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pitch-assets-ccb95893-de3f-4266-973c-20049231b248.s3.eu-west-1.amazonaws.com/6d1feeb5-c3db-48ad-b664-d83b08129826?pitch-bytes=379724&amp;pitch-content-type=image%2Fpng" id="124" name="Google Shape;1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5233" y="986769"/>
            <a:ext cx="6412486" cy="368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Название графика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476208" y="1581699"/>
            <a:ext cx="387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Текст слайда. Наверху есть несколько инструментов для создания красивых графиков разных видов. Хорошо, когда на слайде только 1 график.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7968" y="1768485"/>
            <a:ext cx="3300600" cy="21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/>
          <p:nvPr/>
        </p:nvSpPr>
        <p:spPr>
          <a:xfrm>
            <a:off x="8089402" y="416825"/>
            <a:ext cx="578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latin typeface="Inter"/>
                <a:ea typeface="Inter"/>
                <a:cs typeface="Inter"/>
                <a:sym typeface="Inter"/>
              </a:rPr>
              <a:t>2024</a:t>
            </a:r>
            <a:endParaRPr i="0" sz="168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476250" y="4404625"/>
            <a:ext cx="1356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Ключевая мысль</a:t>
            </a:r>
            <a:endParaRPr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Название слайда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476208" y="1581699"/>
            <a:ext cx="38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Либо 2 графика одного вида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8831" y="3146836"/>
            <a:ext cx="3689700" cy="152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262" y="3142812"/>
            <a:ext cx="3689700" cy="15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/>
          <p:nvPr/>
        </p:nvSpPr>
        <p:spPr>
          <a:xfrm>
            <a:off x="476208" y="2572634"/>
            <a:ext cx="38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Название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4982419" y="2573304"/>
            <a:ext cx="38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Название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8032578" y="416825"/>
            <a:ext cx="634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</a:t>
            </a:r>
            <a:r>
              <a:rPr lang="ru" sz="1700">
                <a:latin typeface="Inter"/>
                <a:ea typeface="Inter"/>
                <a:cs typeface="Inter"/>
                <a:sym typeface="Inter"/>
              </a:rPr>
              <a:t>4</a:t>
            </a:r>
            <a:endParaRPr i="0" sz="168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Заголовок слайда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476208" y="2509129"/>
            <a:ext cx="249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Крупнейшая онлайн-магистратура по подготовке Middle ML-инженеров и AI-специалистов в рабочем процессе и культуре ИТ-компаний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3322142" y="2508936"/>
            <a:ext cx="249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Сообщество экспертов и менторов из индустрии, нацеленных на развитие талантов, с опытом проведения крупных онлайн-курсов по DS/ML​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476198" y="1662400"/>
            <a:ext cx="49611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Текстовые слайды лучше давать в виде коротких списков:</a:t>
            </a:r>
            <a:endParaRPr i="0" sz="1313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476208" y="2296524"/>
            <a:ext cx="249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3323786" y="2297045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476208" y="4092701"/>
            <a:ext cx="249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Подготовка на реальных задачах бизнеса в проектном треке с первого дня обучения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3322142" y="4092508"/>
            <a:ext cx="2492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Подготовка на реальных задачах бизнеса в проектном треке с первого дня обучения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476208" y="3880097"/>
            <a:ext cx="249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3323786" y="3880617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6178411" y="0"/>
            <a:ext cx="2965500" cy="5143500"/>
          </a:xfrm>
          <a:prstGeom prst="roundRect">
            <a:avLst>
              <a:gd fmla="val -30834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07200" lIns="164750" spcFirstLastPara="1" rIns="164750" wrap="square" tIns="6072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фото​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Заголовок слайда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476208" y="2509129"/>
            <a:ext cx="249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Крупнейшая онлайн-магистратура по подготовке Middle ML-инженеров и AI-специалистов в рабочем процессе и культуре ИТ-компаний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3322142" y="2508936"/>
            <a:ext cx="249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Сообщество экспертов и менторов из индустрии, нацеленных на развитие талантов, с опытом проведения крупных онлайн-курсов по DS/ML​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476193" y="1662400"/>
            <a:ext cx="6912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Текстовые слайды лучше давать в виде коротких списков:</a:t>
            </a:r>
            <a:endParaRPr b="0" i="0" sz="13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476208" y="2296524"/>
            <a:ext cx="249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3323786" y="2297045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3"/>
          <p:cNvSpPr/>
          <p:nvPr/>
        </p:nvSpPr>
        <p:spPr>
          <a:xfrm>
            <a:off x="476208" y="4092701"/>
            <a:ext cx="249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Подготовка на реальных задачах бизнеса в проектном треке с первого дня обучения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3322142" y="4092508"/>
            <a:ext cx="2492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Подготовка на реальных задачах бизнеса в проектном треке с первого дня обучения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476208" y="3880097"/>
            <a:ext cx="249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3323786" y="3880617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6170628" y="2508896"/>
            <a:ext cx="249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Сообщество экспертов и менторов из индустрии, нацеленных на развитие талантов, с опытом проведения крупных онлайн-курсов по DS/ML​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6172272" y="2297005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/>
          <p:nvPr/>
        </p:nvSpPr>
        <p:spPr>
          <a:xfrm>
            <a:off x="476208" y="3007225"/>
            <a:ext cx="6654000" cy="16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Самое важное скажите на этом слайде. Здесь можно давать выводы, цитаты или инсайты.</a:t>
            </a: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Пояснение можно написать темнее. 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8004154" y="416825"/>
            <a:ext cx="6633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202</a:t>
            </a:r>
            <a:r>
              <a:rPr lang="ru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i="0" sz="168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5" name="Google Shape;1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Заголовок слайда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25"/>
          <p:cNvSpPr/>
          <p:nvPr/>
        </p:nvSpPr>
        <p:spPr>
          <a:xfrm>
            <a:off x="476208" y="2644576"/>
            <a:ext cx="3867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Крупнейшая онлайн-магистратура по подготовке Middle ML-инженеров и AI-специалистов в рабочем процессе и культуре ИТ-компаний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476208" y="2431971"/>
            <a:ext cx="38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25"/>
          <p:cNvSpPr/>
          <p:nvPr/>
        </p:nvSpPr>
        <p:spPr>
          <a:xfrm>
            <a:off x="476208" y="3664650"/>
            <a:ext cx="38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Подготовка на реальных задачах бизнеса в проектном треке с первого дня обучения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5"/>
          <p:cNvSpPr/>
          <p:nvPr/>
        </p:nvSpPr>
        <p:spPr>
          <a:xfrm>
            <a:off x="476208" y="3452046"/>
            <a:ext cx="38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ru" sz="1200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25"/>
          <p:cNvSpPr/>
          <p:nvPr/>
        </p:nvSpPr>
        <p:spPr>
          <a:xfrm>
            <a:off x="4793081" y="0"/>
            <a:ext cx="4350900" cy="5143500"/>
          </a:xfrm>
          <a:prstGeom prst="roundRect">
            <a:avLst>
              <a:gd fmla="val -21016" name="adj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anchorCtr="0" anchor="ctr" bIns="607200" lIns="241700" spcFirstLastPara="1" rIns="241700" wrap="square" tIns="6072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фото​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pitch-assets-ccb95893-de3f-4266-973c-20049231b248.s3.eu-west-1.amazonaws.com/85120e03-38a7-4c64-89af-295109b0753f?pitch-bytes=1881652&amp;pitch-content-type=image%2Fjpeg" id="197" name="Google Shape;197;p25"/>
          <p:cNvPicPr preferRelativeResize="0"/>
          <p:nvPr/>
        </p:nvPicPr>
        <p:blipFill rotWithShape="1">
          <a:blip r:embed="rId3">
            <a:alphaModFix/>
          </a:blip>
          <a:srcRect b="10865" l="33914" r="24934" t="16163"/>
          <a:stretch/>
        </p:blipFill>
        <p:spPr>
          <a:xfrm>
            <a:off x="4793081" y="0"/>
            <a:ext cx="435092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/>
          <p:nvPr/>
        </p:nvSpPr>
        <p:spPr>
          <a:xfrm>
            <a:off x="380593" y="4326797"/>
            <a:ext cx="1569300" cy="344400"/>
          </a:xfrm>
          <a:prstGeom prst="roundRect">
            <a:avLst>
              <a:gd fmla="val -265404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5"/>
          <p:cNvSpPr/>
          <p:nvPr/>
        </p:nvSpPr>
        <p:spPr>
          <a:xfrm>
            <a:off x="476250" y="4404625"/>
            <a:ext cx="1356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Ключевая мысль</a:t>
            </a:r>
            <a:endParaRPr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0" name="Google Shape;20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fmla="val -17778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07200" lIns="508000" spcFirstLastPara="1" rIns="508000" wrap="square" tIns="6072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фото​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380593" y="4326797"/>
            <a:ext cx="1569300" cy="344400"/>
          </a:xfrm>
          <a:prstGeom prst="roundRect">
            <a:avLst>
              <a:gd fmla="val -26540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/>
          <p:nvPr/>
        </p:nvSpPr>
        <p:spPr>
          <a:xfrm>
            <a:off x="476250" y="4404625"/>
            <a:ext cx="1356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Ключевая мысль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9" name="Google Shape;20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27"/>
          <p:cNvCxnSpPr/>
          <p:nvPr/>
        </p:nvCxnSpPr>
        <p:spPr>
          <a:xfrm>
            <a:off x="2636307" y="3494757"/>
            <a:ext cx="2213400" cy="0"/>
          </a:xfrm>
          <a:prstGeom prst="straightConnector1">
            <a:avLst/>
          </a:prstGeom>
          <a:solidFill>
            <a:srgbClr val="000000"/>
          </a:solidFill>
          <a:ln cap="flat" cmpd="sng" w="211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27"/>
          <p:cNvCxnSpPr/>
          <p:nvPr/>
        </p:nvCxnSpPr>
        <p:spPr>
          <a:xfrm>
            <a:off x="4843468" y="3491617"/>
            <a:ext cx="2213400" cy="0"/>
          </a:xfrm>
          <a:prstGeom prst="straightConnector1">
            <a:avLst/>
          </a:prstGeom>
          <a:solidFill>
            <a:srgbClr val="000000"/>
          </a:solidFill>
          <a:ln cap="flat" cmpd="sng" w="211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27"/>
          <p:cNvSpPr/>
          <p:nvPr/>
        </p:nvSpPr>
        <p:spPr>
          <a:xfrm>
            <a:off x="476250" y="1673096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Название таймлайна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8173388" y="416837"/>
            <a:ext cx="49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ru" sz="1700"/>
              <a:t>4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27"/>
          <p:cNvCxnSpPr/>
          <p:nvPr/>
        </p:nvCxnSpPr>
        <p:spPr>
          <a:xfrm>
            <a:off x="475843" y="3497897"/>
            <a:ext cx="2213400" cy="0"/>
          </a:xfrm>
          <a:prstGeom prst="straightConnector1">
            <a:avLst/>
          </a:prstGeom>
          <a:solidFill>
            <a:srgbClr val="000000"/>
          </a:solidFill>
          <a:ln cap="flat" cmpd="sng" w="211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27"/>
          <p:cNvSpPr/>
          <p:nvPr/>
        </p:nvSpPr>
        <p:spPr>
          <a:xfrm>
            <a:off x="476250" y="3717492"/>
            <a:ext cx="1714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Подготовка на реальных задачах бизнеса в проектном треке с первого дня обучения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2634524" y="3717492"/>
            <a:ext cx="1715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Подготовка на реальных задачах бизнеса в проектном треке с первого дня обучения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4793914" y="3717492"/>
            <a:ext cx="1716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Подготовка на реальных задачах бизнеса в проектном треке с первого дня обучения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6954421" y="3717697"/>
            <a:ext cx="1714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Подготовка на реальных задачах бизнеса в проектном треке с первого дня обучения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476250" y="2967000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2010</a:t>
            </a:r>
            <a:endParaRPr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2634666" y="2967175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2013</a:t>
            </a:r>
            <a:endParaRPr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4793081" y="2967283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2018</a:t>
            </a:r>
            <a:endParaRPr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6951497" y="2967391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2023</a:t>
            </a:r>
            <a:endParaRPr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475843" y="3444878"/>
            <a:ext cx="105900" cy="1059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7"/>
          <p:cNvSpPr/>
          <p:nvPr/>
        </p:nvSpPr>
        <p:spPr>
          <a:xfrm>
            <a:off x="2636307" y="3441738"/>
            <a:ext cx="105900" cy="1059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7"/>
          <p:cNvSpPr/>
          <p:nvPr/>
        </p:nvSpPr>
        <p:spPr>
          <a:xfrm>
            <a:off x="6952593" y="3438598"/>
            <a:ext cx="105900" cy="105900"/>
          </a:xfrm>
          <a:prstGeom prst="ellipse">
            <a:avLst/>
          </a:prstGeom>
          <a:solidFill>
            <a:srgbClr val="884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7"/>
          <p:cNvSpPr/>
          <p:nvPr/>
        </p:nvSpPr>
        <p:spPr>
          <a:xfrm>
            <a:off x="4792129" y="3441738"/>
            <a:ext cx="105900" cy="1059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" name="Google Shape;232;p27"/>
          <p:cNvCxnSpPr/>
          <p:nvPr/>
        </p:nvCxnSpPr>
        <p:spPr>
          <a:xfrm>
            <a:off x="7005223" y="3496259"/>
            <a:ext cx="1667100" cy="0"/>
          </a:xfrm>
          <a:prstGeom prst="straightConnector1">
            <a:avLst/>
          </a:prstGeom>
          <a:solidFill>
            <a:srgbClr val="000000"/>
          </a:solidFill>
          <a:ln cap="flat" cmpd="sng" w="211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3" name="Google Shape;23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/>
          <p:nvPr/>
        </p:nvSpPr>
        <p:spPr>
          <a:xfrm>
            <a:off x="476250" y="476250"/>
            <a:ext cx="65100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Контакты</a:t>
            </a:r>
            <a:endParaRPr i="0" sz="4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28"/>
          <p:cNvSpPr/>
          <p:nvPr/>
        </p:nvSpPr>
        <p:spPr>
          <a:xfrm>
            <a:off x="2277553" y="1828350"/>
            <a:ext cx="2455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Имя Фамилия</a:t>
            </a:r>
            <a:endParaRPr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Google Shape;241;p28"/>
          <p:cNvSpPr/>
          <p:nvPr/>
        </p:nvSpPr>
        <p:spPr>
          <a:xfrm>
            <a:off x="2324903" y="2304943"/>
            <a:ext cx="24555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Должность</a:t>
            </a:r>
            <a:endParaRPr b="0" i="0" sz="13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8"/>
          <p:cNvSpPr/>
          <p:nvPr/>
        </p:nvSpPr>
        <p:spPr>
          <a:xfrm>
            <a:off x="2324903" y="2598230"/>
            <a:ext cx="245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8 800 888 80 00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2324903" y="2793161"/>
            <a:ext cx="245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name.mail.com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https://pitch-assets-ccb95893-de3f-4266-973c-20049231b248.s3.eu-west-1.amazonaws.com/0e85026a-008d-4f73-b555-d556e9b7acd4?pitch-bytes=4898&amp;pitch-content-type=image%2Fsvg%2Bxml" id="244" name="Google Shape;24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574" y="4476231"/>
            <a:ext cx="707491" cy="191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efa381c9-5c10-4380-abee-d4f3f03ddc9d?pitch-bytes=3032&amp;pitch-content-type=image%2Fsvg%2Bxml" id="245" name="Google Shape;24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007" y="4534270"/>
            <a:ext cx="1673573" cy="13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250" y="4419750"/>
            <a:ext cx="1326484" cy="36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8"/>
          <p:cNvSpPr/>
          <p:nvPr/>
        </p:nvSpPr>
        <p:spPr>
          <a:xfrm>
            <a:off x="512750" y="1705050"/>
            <a:ext cx="1556400" cy="1401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Фото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000000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